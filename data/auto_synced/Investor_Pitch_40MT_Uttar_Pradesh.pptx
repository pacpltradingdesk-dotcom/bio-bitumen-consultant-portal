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40 MT/Day</a:t>
            </a:r>
          </a:p>
          <a:p>
            <a:r>
              <a:t>Investment: Rs 14.00 Crore | IRR: 33.5%</a:t>
            </a:r>
          </a:p>
          <a:p>
            <a:r>
              <a:t>Prince Pratap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14.00 Crore</a:t>
            </a:r>
          </a:p>
          <a:p>
            <a:r>
              <a:t>• Equity Required: Rs 7.00 Crore</a:t>
            </a:r>
          </a:p>
          <a:p>
            <a:r>
              <a:t>• Bank Loan: Rs 7.00 Crore</a:t>
            </a:r>
          </a:p>
          <a:p>
            <a:r>
              <a:t>• Annual Revenue (Yr5): Rs 1642 Lakhs</a:t>
            </a:r>
          </a:p>
          <a:p>
            <a:r>
              <a:t>• ROI: 25.8% | IRR: 33.5%</a:t>
            </a:r>
          </a:p>
          <a:p>
            <a:r>
              <a:t>• Break-Even: 46 months</a:t>
            </a:r>
          </a:p>
          <a:p>
            <a:r>
              <a:t>• DSCR: 2.52x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40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38 persons</a:t>
            </a:r>
          </a:p>
          <a:p>
            <a:r>
              <a:t>• Power: 175 kW</a:t>
            </a:r>
          </a:p>
          <a:p>
            <a:r>
              <a:t>• Oil Output: 16000 Litres/day</a:t>
            </a:r>
          </a:p>
          <a:p>
            <a:r>
              <a:t>• Char Output: 12000 Kg/day</a:t>
            </a:r>
          </a:p>
          <a:p>
            <a:r>
              <a:t>• Land: 20,800 sq ft</a:t>
            </a:r>
          </a:p>
          <a:p>
            <a:r>
              <a:t>• Location: Lucknow, Uttar Pradesh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773L | Rs 304L | Rs 49L | 1.20x</a:t>
            </a:r>
          </a:p>
          <a:p>
            <a:r>
              <a:t>Yr2 | Rs 1063L | Rs 442L | Rs 153L | 1.86x</a:t>
            </a:r>
          </a:p>
          <a:p>
            <a:r>
              <a:t>Yr3 | Rs 1352L | Rs 581L | Rs 257L | 2.52x</a:t>
            </a:r>
          </a:p>
          <a:p>
            <a:r>
              <a:t>Yr4 | Rs 1546L | Rs 673L | Rs 326L | 2.96x</a:t>
            </a:r>
          </a:p>
          <a:p>
            <a:r>
              <a:t>Yr5 | Rs 1642L | Rs 719L | Rs 361L | 3.18x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33.5%</a:t>
            </a:r>
          </a:p>
          <a:p>
            <a:r>
              <a:t>• Payback period: 46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Pratap Shah</a:t>
            </a:r>
          </a:p>
          <a:p>
            <a:r>
              <a:t>Phone: +91 7795242424</a:t>
            </a:r>
          </a:p>
          <a:p>
            <a:r>
              <a:t>Email: princepshah@gmail.com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