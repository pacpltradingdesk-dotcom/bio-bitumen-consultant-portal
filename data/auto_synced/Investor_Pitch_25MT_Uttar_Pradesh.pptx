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25 MT/Day</a:t>
            </a:r>
          </a:p>
          <a:p>
            <a:r>
              <a:t>Investment: Rs 10.00 Crore | IRR: 26.1%</a:t>
            </a:r>
          </a:p>
          <a:p>
            <a:r>
              <a:t>Prince Pratap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10.00 Crore</a:t>
            </a:r>
          </a:p>
          <a:p>
            <a:r>
              <a:t>• Equity Required: Rs 5.00 Crore</a:t>
            </a:r>
          </a:p>
          <a:p>
            <a:r>
              <a:t>• Bank Loan: Rs 5.00 Crore</a:t>
            </a:r>
          </a:p>
          <a:p>
            <a:r>
              <a:t>• Annual Revenue (Yr5): Rs 1026 Lakhs</a:t>
            </a:r>
          </a:p>
          <a:p>
            <a:r>
              <a:t>• ROI: 20.6% | IRR: 26.1%</a:t>
            </a:r>
          </a:p>
          <a:p>
            <a:r>
              <a:t>• Break-Even: 54 months</a:t>
            </a:r>
          </a:p>
          <a:p>
            <a:r>
              <a:t>• DSCR: 2.14x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25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26 persons</a:t>
            </a:r>
          </a:p>
          <a:p>
            <a:r>
              <a:t>• Power: 110 kW</a:t>
            </a:r>
          </a:p>
          <a:p>
            <a:r>
              <a:t>• Oil Output: 10000 Litres/day</a:t>
            </a:r>
          </a:p>
          <a:p>
            <a:r>
              <a:t>• Char Output: 7500 Kg/day</a:t>
            </a:r>
          </a:p>
          <a:p>
            <a:r>
              <a:t>• Land: 13,000 sq ft</a:t>
            </a:r>
          </a:p>
          <a:p>
            <a:r>
              <a:t>• Location: Lucknow, Uttar Pradesh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483L | Rs 184L | Rs 11L | 0.99x</a:t>
            </a:r>
          </a:p>
          <a:p>
            <a:r>
              <a:t>Yr2 | Rs 664L | Rs 271L | Rs 76L | 1.56x</a:t>
            </a:r>
          </a:p>
          <a:p>
            <a:r>
              <a:t>Yr3 | Rs 845L | Rs 358L | Rs 141L | 2.14x</a:t>
            </a:r>
          </a:p>
          <a:p>
            <a:r>
              <a:t>Yr4 | Rs 966L | Rs 416L | Rs 184L | 2.53x</a:t>
            </a:r>
          </a:p>
          <a:p>
            <a:r>
              <a:t>Yr5 | Rs 1026L | Rs 444L | Rs 206L | 2.72x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26.1%</a:t>
            </a:r>
          </a:p>
          <a:p>
            <a:r>
              <a:t>• Payback period: 54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Pratap Shah</a:t>
            </a:r>
          </a:p>
          <a:p>
            <a:r>
              <a:t>Phone: +91 7795242424</a:t>
            </a:r>
          </a:p>
          <a:p>
            <a:r>
              <a:t>Email: princepshah@gmail.com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