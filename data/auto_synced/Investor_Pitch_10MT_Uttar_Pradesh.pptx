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10 MT/Day</a:t>
            </a:r>
          </a:p>
          <a:p>
            <a:r>
              <a:t>Investment: Rs 3.00 Crore | IRR: 51.5%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3.00 Crore</a:t>
            </a:r>
          </a:p>
          <a:p>
            <a:r>
              <a:t>• Equity Required: Rs 1.20 Crore</a:t>
            </a:r>
          </a:p>
          <a:p>
            <a:r>
              <a:t>• Bank Loan: Rs 1.80 Crore</a:t>
            </a:r>
          </a:p>
          <a:p>
            <a:r>
              <a:t>• Annual Revenue (Yr5): Rs 411 Lakhs</a:t>
            </a:r>
          </a:p>
          <a:p>
            <a:r>
              <a:t>• ROI: 32.9% | IRR: 51.5%</a:t>
            </a:r>
          </a:p>
          <a:p>
            <a:r>
              <a:t>• Break-Even: 38 months</a:t>
            </a:r>
          </a:p>
          <a:p>
            <a:r>
              <a:t>• DSCR: 2.74x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10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12 persons</a:t>
            </a:r>
          </a:p>
          <a:p>
            <a:r>
              <a:t>• Power: 45 kW</a:t>
            </a:r>
          </a:p>
          <a:p>
            <a:r>
              <a:t>• Oil Output: 4000 Litres/day</a:t>
            </a:r>
          </a:p>
          <a:p>
            <a:r>
              <a:t>• Char Output: 3000 Kg/day</a:t>
            </a:r>
          </a:p>
          <a:p>
            <a:r>
              <a:t>• Land: 5,200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193L | Rs 78L | Rs 21L | 1.35x</a:t>
            </a:r>
          </a:p>
          <a:p>
            <a:r>
              <a:t>Yr2 | Rs 266L | Rs 113L | Rs 47L | 2.04x</a:t>
            </a:r>
          </a:p>
          <a:p>
            <a:r>
              <a:t>Yr3 | Rs 338L | Rs 148L | Rs 73L | 2.74x</a:t>
            </a:r>
          </a:p>
          <a:p>
            <a:r>
              <a:t>Yr4 | Rs 386L | Rs 171L | Rs 90L | 3.20x</a:t>
            </a:r>
          </a:p>
          <a:p>
            <a:r>
              <a:t>Yr5 | Rs 411L | Rs 182L | Rs 99L | 3.43x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51.5%</a:t>
            </a:r>
          </a:p>
          <a:p>
            <a:r>
              <a:t>• Payback period: 38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