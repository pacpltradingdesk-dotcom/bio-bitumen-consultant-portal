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100 MT/Day</a:t>
            </a:r>
          </a:p>
          <a:p>
            <a:r>
              <a:t>Investment: Rs 14.53 Crore | IRR: 119.3%</a:t>
            </a:r>
          </a:p>
          <a:p>
            <a:r>
              <a:t>Prince Pratap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14.53 Crore</a:t>
            </a:r>
          </a:p>
          <a:p>
            <a:r>
              <a:t>• Equity Required: Rs 5.81 Crore</a:t>
            </a:r>
          </a:p>
          <a:p>
            <a:r>
              <a:t>• Bank Loan: Rs 8.72 Crore</a:t>
            </a:r>
          </a:p>
          <a:p>
            <a:r>
              <a:t>• Annual Revenue (Yr5): Rs 4106 Lakhs</a:t>
            </a:r>
          </a:p>
          <a:p>
            <a:r>
              <a:t>• ROI: 84.6% | IRR: 119.3%</a:t>
            </a:r>
          </a:p>
          <a:p>
            <a:r>
              <a:t>• Break-Even: 17 months</a:t>
            </a:r>
          </a:p>
          <a:p>
            <a:r>
              <a:t>• DSCR: 6.13x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100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80 persons</a:t>
            </a:r>
          </a:p>
          <a:p>
            <a:r>
              <a:t>• Power: 458 kW</a:t>
            </a:r>
          </a:p>
          <a:p>
            <a:r>
              <a:t>• Oil Output: 40000 Litres/day</a:t>
            </a:r>
          </a:p>
          <a:p>
            <a:r>
              <a:t>• Char Output: 30000 Kg/day</a:t>
            </a:r>
          </a:p>
          <a:p>
            <a:r>
              <a:t>• Land: 52,000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1932L | Rs 845L | Rs 450L | 3.27x</a:t>
            </a:r>
          </a:p>
          <a:p>
            <a:r>
              <a:t>Yr2 | Rs 2656L | Rs 1192L | Rs 710L | 4.70x</a:t>
            </a:r>
          </a:p>
          <a:p>
            <a:r>
              <a:t>Yr3 | Rs 3381L | Rs 1538L | Rs 970L | 6.13x</a:t>
            </a:r>
          </a:p>
          <a:p>
            <a:r>
              <a:t>Yr4 | Rs 3864L | Rs 1769L | Rs 1143L | 7.08x</a:t>
            </a:r>
          </a:p>
          <a:p>
            <a:r>
              <a:t>Yr5 | Rs 4106L | Rs 1885L | Rs 1230L | 7.56x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119.3%</a:t>
            </a:r>
          </a:p>
          <a:p>
            <a:r>
              <a:t>• Payback period: 17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Pratap Shah</a:t>
            </a:r>
          </a:p>
          <a:p>
            <a:r>
              <a:t>Phone: +91 7795242424</a:t>
            </a:r>
          </a:p>
          <a:p>
            <a:r>
              <a:t>Email: princepshah@gmail.com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